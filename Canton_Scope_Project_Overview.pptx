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4f538ad1d14302" /><Relationship Type="http://schemas.openxmlformats.org/officeDocument/2006/relationships/extended-properties" Target="/docProps/app.xml" Id="R16d005ddea27451e" /><Relationship Type="http://schemas.openxmlformats.org/officeDocument/2006/relationships/officeDocument" Target="/ppt/presentation.xml" Id="Rb5c235b37cb243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2784b7fa6541dd"/>
  </p:sldMasterIdLst>
  <p:notesMasterIdLst>
    <p:notesMasterId xmlns:r="http://schemas.openxmlformats.org/officeDocument/2006/relationships" r:id="R879d2fe99af7420a"/>
  </p:notesMasterIdLst>
  <p:sldIdLst>
    <p:sldId xmlns:r="http://schemas.openxmlformats.org/officeDocument/2006/relationships" id="256" r:id="Rce8ebbc060ea434a"/>
    <p:sldId xmlns:r="http://schemas.openxmlformats.org/officeDocument/2006/relationships" id="257" r:id="Rf5ff864e01894ec2"/>
    <p:sldId xmlns:r="http://schemas.openxmlformats.org/officeDocument/2006/relationships" id="258" r:id="Rb3ccb6ff2bf34462"/>
    <p:sldId xmlns:r="http://schemas.openxmlformats.org/officeDocument/2006/relationships" id="259" r:id="R03e73e995cb247e6"/>
    <p:sldId xmlns:r="http://schemas.openxmlformats.org/officeDocument/2006/relationships" id="260" r:id="R30c61903642f49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dad88f943b4ba0" /><Relationship Type="http://schemas.openxmlformats.org/officeDocument/2006/relationships/slideMaster" Target="/ppt/slideMasters/slideMaster1.xml" Id="Rc92784b7fa6541dd" /><Relationship Type="http://schemas.openxmlformats.org/officeDocument/2006/relationships/notesMaster" Target="/ppt/notesMasters/notesMaster1.xml" Id="R879d2fe99af7420a" /><Relationship Type="http://schemas.openxmlformats.org/officeDocument/2006/relationships/presProps" Target="/ppt/presProps.xml" Id="Re9d9fa07097f485a" /><Relationship Type="http://schemas.openxmlformats.org/officeDocument/2006/relationships/tableStyles" Target="/ppt/tableStyles.xml" Id="R5f8c02c06bd14f43" /><Relationship Type="http://schemas.openxmlformats.org/officeDocument/2006/relationships/slide" Target="/ppt/slides/slide1.xml" Id="Rce8ebbc060ea434a" /><Relationship Type="http://schemas.openxmlformats.org/officeDocument/2006/relationships/slide" Target="/ppt/slides/slide2.xml" Id="Rf5ff864e01894ec2" /><Relationship Type="http://schemas.openxmlformats.org/officeDocument/2006/relationships/slide" Target="/ppt/slides/slide3.xml" Id="Rb3ccb6ff2bf34462" /><Relationship Type="http://schemas.openxmlformats.org/officeDocument/2006/relationships/slide" Target="/ppt/slides/slide4.xml" Id="R03e73e995cb247e6" /><Relationship Type="http://schemas.openxmlformats.org/officeDocument/2006/relationships/slide" Target="/ppt/slides/slide5.xml" Id="R30c61903642f49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075352cc4745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4926af73ce4b13" /><Relationship Type="http://schemas.openxmlformats.org/officeDocument/2006/relationships/notesMaster" Target="/ppt/notesMasters/notesMaster1.xml" Id="Rd78f994414d645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d8b89486954372" /><Relationship Type="http://schemas.openxmlformats.org/officeDocument/2006/relationships/notesMaster" Target="/ppt/notesMasters/notesMaster1.xml" Id="Rf18610043a9042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a1f64881454248" /><Relationship Type="http://schemas.openxmlformats.org/officeDocument/2006/relationships/notesMaster" Target="/ppt/notesMasters/notesMaster1.xml" Id="R0b57edda64124c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3bd4edc36f46e6" /><Relationship Type="http://schemas.openxmlformats.org/officeDocument/2006/relationships/notesMaster" Target="/ppt/notesMasters/notesMaster1.xml" Id="Rff6f91df48ac4b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c867d6cd9b4cc3" /><Relationship Type="http://schemas.openxmlformats.org/officeDocument/2006/relationships/notesMaster" Target="/ppt/notesMasters/notesMaster1.xml" Id="R772b5e5259b747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Canton Scope as a private ledger scanner, not a global block explorer. The product turns the data an authenticated Canton user may see into a durable local index and browser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/Users/ebrahimakhoon/Documents/cantor-hackathon-toolkit/README.md</a:t>
            </a:r>
          </a:p>
          <a:p xmlns:a="http://schemas.openxmlformats.org/drawingml/2006/main">
            <a:r>
              <a:t>- /Users/ebrahimakhoon/Documents/cantor-hackathon-toolkit/PROJECT_PLAN.md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privacy as the reason the project exists. Canton Scope only indexes an authenticated user’s authorized view, and selection cannot bypass Canton permissions.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/Users/ebrahimakhoon/Documents/cantor-hackathon-toolkit/README.md</a:t>
            </a:r>
          </a:p>
          <a:p xmlns:a="http://schemas.openxmlformats.org/drawingml/2006/main">
            <a:r>
              <a:t>- /Users/ebrahimakhoon/Documents/cantor-hackathon-toolkit/scanner.py</a:t>
            </a:r>
          </a:p>
          <a:p xmlns:a="http://schemas.openxmlformats.org/drawingml/2006/main">
            <a:r>
              <a:t>- /Users/ebrahimakhoon/Documents/cantor-hackathon-toolkit/updates.py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trap the scanner avoids: streaming only from the current ledger end would miss today’s balances. The exact ACS offset becomes the exclusive starting point for live updates, and transactional persistence makes replay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/Users/ebrahimakhoon/Documents/cantor-hackathon-toolkit/scanner.py</a:t>
            </a:r>
          </a:p>
          <a:p xmlns:a="http://schemas.openxmlformats.org/drawingml/2006/main">
            <a:r>
              <a:t>- /Users/ebrahimakhoon/Documents/cantor-hackathon-toolkit/updates.py</a:t>
            </a:r>
          </a:p>
          <a:p xmlns:a="http://schemas.openxmlformats.org/drawingml/2006/main">
            <a:r>
              <a:t>- /Users/ebrahimakhoon/Documents/cantor-hackathon-toolkit/database.py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the FastAPI and plain JavaScript frontend make the index useful. The browser receives scanner data, not Canton credentials; the optional admin token stays only in tab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/Users/ebrahimakhoon/Documents/cantor-hackathon-toolkit/api.py</a:t>
            </a:r>
          </a:p>
          <a:p xmlns:a="http://schemas.openxmlformats.org/drawingml/2006/main">
            <a:r>
              <a:t>- /Users/ebrahimakhoon/Documents/cantor-hackathon-toolkit/frontend/app.js</a:t>
            </a:r>
          </a:p>
          <a:p xmlns:a="http://schemas.openxmlformats.org/drawingml/2006/main">
            <a:r>
              <a:t>- /Users/ebrahimakhoon/Documents/cantor-hackathon-toolkit/DEMO_RUNBOOK.md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evidence. The live run resumed from offset 2,920,767 and reached 2,923,045. Forty-one Python tests and eight JavaScript tests passed. The result is a private, restart-safe scanner suitable for the local hackathon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/health validation recorded 2026-08-29</a:t>
            </a:r>
          </a:p>
          <a:p xmlns:a="http://schemas.openxmlformats.org/drawingml/2006/main">
            <a:r>
              <a:t>- /Users/ebrahimakhoon/Documents/cantor-hackathon-toolkit/tests/test_scanner.py</a:t>
            </a:r>
          </a:p>
          <a:p xmlns:a="http://schemas.openxmlformats.org/drawingml/2006/main">
            <a:r>
              <a:t>- /Users/ebrahimakhoon/Documents/cantor-hackathon-toolkit/tests/test_frontend_status.mjs</a:t>
            </a:r>
          </a:p>
          <a:p xmlns:a="http://schemas.openxmlformats.org/drawingml/2006/main">
            <a:r>
              <a:t>- /Users/ebrahimakhoon/Documents/cantor-hackathon-toolkit/DEMO_RUNBOOK.md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76e0b83164a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fc40c31ca44913" /><Relationship Type="http://schemas.openxmlformats.org/officeDocument/2006/relationships/slideLayout" Target="/ppt/slideLayouts/slideLayout1.xml" Id="R5ff01fd458f141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f01fd458f141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0ced78d314ae2" /><Relationship Type="http://schemas.openxmlformats.org/officeDocument/2006/relationships/notesSlide" Target="/ppt/notesSlides/notesSlide1.xml" Id="R080435f128344e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46157e09a475d" /><Relationship Type="http://schemas.openxmlformats.org/officeDocument/2006/relationships/notesSlide" Target="/ppt/notesSlides/notesSlide2.xml" Id="Rda3ec397f71b41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77dcb9c2648dd" /><Relationship Type="http://schemas.openxmlformats.org/officeDocument/2006/relationships/notesSlide" Target="/ppt/notesSlides/notesSlide3.xml" Id="Ra1a6444a28114b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11d0034f74b80" /><Relationship Type="http://schemas.openxmlformats.org/officeDocument/2006/relationships/notesSlide" Target="/ppt/notesSlides/notesSlide4.xml" Id="R5215d1cac42d45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cbc00d1d1405c" /><Relationship Type="http://schemas.openxmlformats.org/officeDocument/2006/relationships/notesSlide" Target="/ppt/notesSlides/notesSlide5.xml" Id="R29279658e71c47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85ED579-911E-45C1-ABA1-9F958473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Canton Scope
</a:t>
            </a: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Private ledger. Made visible.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569F1FB-4080-44DB-BB79-47EB6C88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resumable, rights-aware index for balances and transfer history.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CCF710F-6825-4FDD-AA9D-393425E5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CANTOR8  •  A1 SCANNER</a:t>
            </a:r>
          </a:p>
        </p:txBody>
      </p:sp>
    </p:spTree>
    <p:extLst>
      <p:ext uri="{BB962C8B-B14F-4D97-AF65-F5344CB8AC3E}">
        <p14:creationId xmlns:p14="http://schemas.microsoft.com/office/powerpoint/2010/main" val="1255861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8B9BC9A-07B1-4AA4-87CD-69E456C3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0438866-900F-47B9-9C8B-15F06FAE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Privacy is the constraint—and the design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DED5F6E-404C-45F5-ADB4-870CF2C4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Canton exposes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Party-scoped disclosure
</a:t>
            </a: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node sees only data its hosted or authorized parties may observe.
</a:t>
            </a: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No query for “everything”
</a:t>
            </a: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conventional network-wide block explorer would violate the ledger’s privacy model.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A3A04AAA-3827-49E7-A351-6558A78C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the scanner does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Rights-aware discovery
</a:t>
            </a: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It reads user rights, caches local readable parties, and never probes Holdings across the directory.
</a:t>
            </a: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Explicit subscriptions
</a:t>
            </a: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Every live request uses filtersByParty for the active selection—never filtersForAnyParty.</a:t>
            </a:r>
          </a:p>
        </p:txBody>
      </p:sp>
    </p:spTree>
    <p:extLst>
      <p:ext uri="{BB962C8B-B14F-4D97-AF65-F5344CB8AC3E}">
        <p14:creationId xmlns:p14="http://schemas.microsoft.com/office/powerpoint/2010/main" val="9792025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C6B1CC8-5D2D-44AC-AEA6-0E1076F0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A3B0083-CDDF-4137-8B77-B91EB8A7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Correctness comes from doing things in the right order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BC500BAC-DD02-4C98-890B-982A020F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C7C1199-8936-46EC-8B54-216B1136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80EC276-2957-461F-A23E-3528BA93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D7C5CB4-5470-48ED-B7E0-08674285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SNAPSHOT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7A9FD43-78A9-4E77-AB6C-9AA6B2D1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STREAM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0955395-CCD7-4F94-9E10-CA4ECAAC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COMMIT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EDCDF34-E2E1-4EB1-8505-4D448295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Party-scoped updates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Open the transaction-tree stream from beginExclusive at the saved checkpoint and walk every child event.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351287B-837C-4308-8DD1-D32DCE03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Exact-offset ACS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Read the ledger end once, then query the Holding interface for each selected party at that same offset.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1AB1C782-36CC-4717-8EC6-30AF87F3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Atomic SQLite state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Holdings, private events, semantic transfers, and the new offset commit together—or all roll back.</a:t>
            </a:r>
          </a:p>
        </p:txBody>
      </p:sp>
    </p:spTree>
    <p:extLst>
      <p:ext uri="{BB962C8B-B14F-4D97-AF65-F5344CB8AC3E}">
        <p14:creationId xmlns:p14="http://schemas.microsoft.com/office/powerpoint/2010/main" val="4638092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5250D96-9483-4459-81E8-B6B6E5E1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9C643AC-6470-4C00-AAD9-2A193236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dashboard turns a private index into an operator view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A8B6C0F-CF50-4571-92E9-92C4F2D0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Scanner operations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Live health
</a:t>
            </a: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Connection state, heartbeat, persisted offset, and active versus desired party counts.
</a:t>
            </a: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Controlled selection
</a:t>
            </a: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Searchable cached parties, protected mutation, and automatic reconciliation by the managed worker.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D804B276-2704-4F6C-928C-F71C7A85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Ledger experience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Exact balances
</a:t>
            </a: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Decimal values are rendered without floating-point conversion, grouped by instrument.
</a:t>
            </a: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Conservative history
</a:t>
            </a: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Only confirmed semantic transfers appear; inactive parties keep historical activity without a current balance.</a:t>
            </a:r>
          </a:p>
        </p:txBody>
      </p:sp>
    </p:spTree>
    <p:extLst>
      <p:ext uri="{BB962C8B-B14F-4D97-AF65-F5344CB8AC3E}">
        <p14:creationId xmlns:p14="http://schemas.microsoft.com/office/powerpoint/2010/main" val="1104251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E5FAF73-7801-417B-B9C1-F1CAFDB2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0EA6CF81-106A-420A-BD4A-9CB9F59D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C712D16D-B7CA-4914-BCD2-D9156A9F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DF629D84-0F30-45CE-AF97-25A67F14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0F666C9C-54AD-452E-8D59-6E85C133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Demo-ready: live, resumable, and local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84D8CC2-27FB-4725-BBE5-2A815524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rights-verified
active parties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1CACC04-AAD8-4CC7-82C5-FC62820F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automated checks
passed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67846DB4-C40E-44A8-A3D1-303AE824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offsets advanced
after resume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BBEA5ED-E1C4-4CEF-8D24-618A7AC1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60F05DCE-8E2F-435A-B1D4-9E4DC089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2,278+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EA9EFA9-5904-4B22-AC74-1062CD94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49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E287918F-4D74-4262-8788-8F9235A1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VALIDATED ON DEVNET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service restarted from its persisted checkpoint, reconnected without rereading the ACS, and advanced the live index.</a:t>
            </a:r>
          </a:p>
        </p:txBody>
      </p:sp>
    </p:spTree>
    <p:extLst>
      <p:ext uri="{BB962C8B-B14F-4D97-AF65-F5344CB8AC3E}">
        <p14:creationId xmlns:p14="http://schemas.microsoft.com/office/powerpoint/2010/main" val="560938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2026-08-29T19:25:23.8440000Z</dcterms:created>
  <dcterms:modified xsi:type="dcterms:W3CDTF">2026-08-29T19:25:23.8440000Z</dcterms:modified>
</coreProperties>
</file>